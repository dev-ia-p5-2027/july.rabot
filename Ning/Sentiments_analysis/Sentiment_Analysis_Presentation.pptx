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F1-Score (%)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TextBlob (Pattern)</c:v>
                  </c:pt>
                  <c:pt idx="1">
                    <c:v>TextBlob (NaiveBayes)</c:v>
                  </c:pt>
                  <c:pt idx="2">
                    <c:v>VADER</c:v>
                  </c:pt>
                  <c:pt idx="3">
                    <c:v>Flair (Deep Learning)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61.78</c:v>
                </c:pt>
                <c:pt idx="1">
                  <c:v>51.46</c:v>
                </c:pt>
                <c:pt idx="2">
                  <c:v>68.96</c:v>
                </c:pt>
                <c:pt idx="3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· VADER · Flair — A Comparative Study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834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Twitter US Airline Sentiment  (Kaggle / CrowdFlower)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balanced tweets  ·  1,000 positive / 1,000 negative  ·  Binary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dataset?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US Airline Sentiment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(CrowdFlower)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~14,600 tweets about US airlines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Positive / Neutral / Negative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kept only Positive &amp; Negative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to 1,000 each (2,000 total)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64008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informal language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Slang, emojis, abbreviations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irony are common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for lexicon-based models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benchmark for NLP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research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2,000 balanced tweets — Macro-averaged metrics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  <a:gridCol w="118872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TextBlob (Pattern)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TextBlob (NaiveBayes)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Flair (Deep Learning)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values in green  ·  NaiveBayes evaluated on 200 tweets only (speed constraint)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 — higher is better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 leads with F1 = 0.86. Its deep learning architecture understands context, negation &amp; sarcasm that lexicon models miss.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Best Speed/Accuracy Tradeoff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(F1 = 0.69) is 800× faster than Flair. Ideal for real-time production at 10,000 req/s on CPU with no GPU cost.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Weakest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NaiveBayes (F1 = 0.51) performed worst — trained on movie reviews, it fails to generalise to informal tweet language.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17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Next Step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Flair on aviation tweets. Pre-training was on IMDB reviews — domain adaptation would likely push F1 past 0.92.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- Twitter Airlines</dc:title>
  <dc:subject>PptxGenJS Presentation</dc:subject>
  <dc:creator>PptxGenJS</dc:creator>
  <cp:lastModifiedBy>PptxGenJS</cp:lastModifiedBy>
  <cp:revision>1</cp:revision>
  <dcterms:created xsi:type="dcterms:W3CDTF">2026-06-03T07:20:25Z</dcterms:created>
  <dcterms:modified xsi:type="dcterms:W3CDTF">2026-06-03T07:20:25Z</dcterms:modified>
</cp:coreProperties>
</file>